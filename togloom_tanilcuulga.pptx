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3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ХИЧЭЭЛ 3  ·  ЖАГСААЛТ БА DICTIONARY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ОЮУНЫ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ТОГЛООМ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mn-MN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 </a:t>
            </a: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mn-MN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сэдэвтэй олон тоглогчийн викторин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64008" cy="4572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Гүйцэтгэсэн: [</a:t>
            </a:r>
            <a:r>
              <a:rPr lang="mn-MN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Цэцэглэн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import, class, try/except ашиглаагүй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49240" y="1143000"/>
            <a:ext cx="3246120" cy="2880360"/>
          </a:xfrm>
          <a:prstGeom prst="rect">
            <a:avLst/>
          </a:prstGeom>
          <a:solidFill>
            <a:srgbClr val="121B2E"/>
          </a:solidFill>
          <a:ln w="12700">
            <a:solidFill>
              <a:srgbClr val="2332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49240" y="1143000"/>
            <a:ext cx="3246120" cy="310896"/>
          </a:xfrm>
          <a:prstGeom prst="rect">
            <a:avLst/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04688" y="123901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05856" y="123901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123901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43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togloom.py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32120" y="157276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 togloom.py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 ОЮУНЫ ТОГЛООМ  =====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mn-MN" sz="85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Тоглогчийн нэр: Бат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mn-MN" sz="85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Сэдвийн дугаар: 1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mn-MN" sz="85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Асуултын үнэ: 100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ҮНДЭС - 100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хэлийг хэн зохиосон бэ?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1) Линус Торвальдс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2) Гвидо ван Россум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mn-MN" sz="85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Таны хариулт: 2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ЗӨВ! Нэмэгдэх оноо: 100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mn-MN" sz="85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Асуулт 2/5   Оноо: 100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Юу хийсэн бэ?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 дээр олон тоглогч ээлжлэн тоглодог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«Өөрийн тоглоом» (Jeopardy) 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хэлбэрийн </a:t>
            </a:r>
            <a:r>
              <a:rPr lang="mn-MN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22402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727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B8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ҮНДЭС, ӨГӨГДЛИЙН БҮТЭЦ,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 СУРГАЛТ, НЕЙРОН СҮЛЖЭЭ,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ХИЙМЭЛ ОЮУН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64008" cy="22402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5727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B8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47872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542032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 бүрт 100–500 оноотой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таван асуулт, тус бүр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сонголттой</a:t>
            </a:r>
            <a:endParaRPr lang="mn-MN" sz="100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mn-MN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 бүр 5-ыг нь өөрөө сонгоно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64008" cy="22402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5727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4B8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91072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542032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унших, хайх, хэвлэх,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оноо бодох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mn-MN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дүн гаргах, хадгалах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86200"/>
            <a:ext cx="64008" cy="6858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Оноо: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зөв хариулт → үнэ нэмэгдэнэ (+100…+500)</a:t>
            </a: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буруу хариулт → үнэ хасагдана (−100…−500)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 санаа: хоёр шатлалт сонголт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 шопын даалгавраас ялгаатай нь өгөгдөл хоёр давхар түлхүүртэй — эхлээд сэдэв, дараа нь үнэ.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7393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Нэр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03704" y="1417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03704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86584" y="177393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Сэдэв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1024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58768" y="1417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58768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41648" y="177393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Үнэ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76088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13832" y="1417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13832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96712" y="177393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Асуулт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1152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68896" y="1417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68896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1776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51776" y="177393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Хариулт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26060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606040"/>
            <a:ext cx="64008" cy="1691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761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Кофе шоп (нэг шатлал)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12724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Барааг ганц түлхүүрээр хайна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Жагсаалт дотроос нэрээр нь олно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baraa_haih(baraa, ner)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606040"/>
            <a:ext cx="64008" cy="169164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761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Оюуны тоглоом (хоёр шатлал)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312724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 дотор нь үнэ гэсэн 2 түлхүүр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Хоёуланг нь нэг дор тааруулж хайна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asuult_haih(asuultuud, sedev, une)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30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Олон тоглогчийн тоглолт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 бүр нэрээ оруулж, 5 асуултад хариулна. Төгсгөлд бүх тоглогчийн оноог харьцуулна.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33563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73936"/>
            <a:ext cx="158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Нэр оруулах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82202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19692" y="1417320"/>
            <a:ext cx="1833563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19692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2573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02573" y="1773936"/>
            <a:ext cx="158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асуулт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53255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90745" y="1417320"/>
            <a:ext cx="1833563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745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625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625" y="1773936"/>
            <a:ext cx="158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Шинэ тоглогч?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24307" y="14173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1797" y="1417320"/>
            <a:ext cx="1833563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1797" y="1417320"/>
            <a:ext cx="64008" cy="86868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4678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4678" y="1773936"/>
            <a:ext cx="158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Эцсийн дүн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2717800"/>
            <a:ext cx="393192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717800"/>
            <a:ext cx="64008" cy="184150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8727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4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Тоглогч — </a:t>
            </a:r>
            <a:r>
              <a:rPr lang="en-US" sz="14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2385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15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 хоосон, давхардсан байж болохгүй</a:t>
            </a:r>
            <a:endParaRPr lang="en-US" sz="1150" dirty="0">
              <a:solidFill>
                <a:srgbClr val="000000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mn-MN" sz="115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Сэдэв, үнийг өөрөө сонгоно; асуултыг харсан бол заавал хариулна</a:t>
            </a:r>
            <a:endParaRPr lang="en-US" sz="1150" dirty="0">
              <a:solidFill>
                <a:srgbClr val="000000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{"ner": "</a:t>
            </a:r>
            <a:r>
              <a:rPr lang="mn-MN" sz="10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Бат", "</a:t>
            </a:r>
            <a:r>
              <a:rPr lang="en-US" sz="10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burtgel": [...]}</a:t>
            </a:r>
            <a:endParaRPr lang="en-US" sz="1150" dirty="0">
              <a:solidFill>
                <a:srgbClr val="00000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2717800"/>
            <a:ext cx="3931920" cy="1841500"/>
          </a:xfrm>
          <a:prstGeom prst="rect">
            <a:avLst/>
          </a:prstGeom>
          <a:solidFill>
            <a:srgbClr val="121B2E"/>
          </a:solidFill>
          <a:ln w="12700">
            <a:solidFill>
              <a:srgbClr val="121B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17800"/>
            <a:ext cx="64008" cy="18415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727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Эцсийн дүн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92040" y="32385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mn-MN" sz="900">
                <a:solidFill>
                  <a:srgbClr val="FFD43B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=====  ТОГЛООМЫН ДҮН  =====</a:t>
            </a:r>
          </a:p>
          <a:p>
            <a:pPr>
              <a:lnSpc>
                <a:spcPct val="120000"/>
              </a:lnSpc>
              <a:buSzPct val="100000"/>
            </a:pPr>
            <a:r>
              <a:rPr lang="mn-MN" sz="900">
                <a:solidFill>
                  <a:srgbClr val="94A3B8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№   Нэр                 Зөв   Оноо</a:t>
            </a:r>
          </a:p>
          <a:p>
            <a:pPr>
              <a:lnSpc>
                <a:spcPct val="120000"/>
              </a:lnSpc>
              <a:buSzPct val="100000"/>
            </a:pPr>
            <a:r>
              <a:rPr lang="mn-MN" sz="900">
                <a:solidFill>
                  <a:srgbClr val="E2E8F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1   Бат                   4    900</a:t>
            </a:r>
          </a:p>
          <a:p>
            <a:pPr>
              <a:lnSpc>
                <a:spcPct val="120000"/>
              </a:lnSpc>
              <a:buSzPct val="100000"/>
            </a:pPr>
            <a:r>
              <a:rPr lang="mn-MN" sz="900">
                <a:solidFill>
                  <a:srgbClr val="E2E8F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2   Дорж                  3    500</a:t>
            </a:r>
          </a:p>
          <a:p>
            <a:pPr>
              <a:lnSpc>
                <a:spcPct val="120000"/>
              </a:lnSpc>
              <a:buSzPct val="100000"/>
            </a:pPr>
            <a:r>
              <a:rPr lang="mn-MN" sz="900">
                <a:solidFill>
                  <a:srgbClr val="E2E8F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3   Сараа                 1   -300</a:t>
            </a:r>
          </a:p>
          <a:p>
            <a:pPr>
              <a:lnSpc>
                <a:spcPct val="120000"/>
              </a:lnSpc>
              <a:buSzPct val="100000"/>
            </a:pPr>
            <a:r>
              <a:rPr lang="mn-MN" sz="900" b="1">
                <a:solidFill>
                  <a:srgbClr val="28C84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Ялагч: Бат (900 оноо)</a:t>
            </a:r>
            <a:endParaRPr lang="en-US" sz="900" b="1" dirty="0">
              <a:solidFill>
                <a:srgbClr val="28C840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00C28E06-152C-DC22-C3EA-B9259BF4E22C}"/>
              </a:ext>
            </a:extLst>
          </p:cNvPr>
          <p:cNvSpPr/>
          <p:nvPr/>
        </p:nvSpPr>
        <p:spPr>
          <a:xfrm>
            <a:off x="548640" y="2362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3-р алхамд:  1 — дараагийн тоглогч 1-р алхмаас эхэлнэ,   0 — тоглоом дуусч, дүн гарна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0604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Өгөгдөл хэрхэн хадгалагдаж байна вэ?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asuultuud.txt  —  нэг мөр = нэг асуулт, таван хэсэг | тэмдэгээр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66928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ҮНДЭС|100|Python хэлийг хэн зохиосон бэ?|Линус Торвальдс;Гвидо ван Россум;Жеймс Гослинг;Деннис Ричи|2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 asuult_unshih()   —   мөр бүрийг dictionary болгоно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dictionary — таван түлхүүр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8046720" cy="141732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64008" cy="14173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97480"/>
            <a:ext cx="7662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{"sedev":   "PYTHON ҮНДЭС",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"une":     100,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"asuult":  "Python хэлийг хэн зохиосон бэ?",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"songolt": ["Линус Торвальдс", "Гвидо ван Россум", "Жеймс Гослинг", "Деннис Ричи"],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"zov":     2}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асуулт → dictionary-уудын нэг жагсаалт. Цаашид бүх функц энэ жагсаалттай ажиллана.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3000" b="1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функц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 бүр нэг ажил хийнэ. Шар 11–15 нь олон тоглогчийн хэсэгт шинээр нэмэгдсэн.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76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76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5568" y="13898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asuult_unshih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6093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Файлыг уншиж dictionary болгоно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534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534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20756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sedev_jagsaalt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2951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Давхардаагүй сэдвүүд (1-р шатлал)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8392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92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5568" y="27614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sedev_une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29809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Сэдвийн үнэнүүд (2-р шатлал)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5250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250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5568" y="34472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asuult_haih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36667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Хоёр түлхүүрээр нэг дор хайна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0690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2108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108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15568" y="41330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toglson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43525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 тоглогдсон эсэх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13258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13258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14676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4676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58768" y="13898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sambar_haruulah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58768" y="16093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Самбарыг хэвлэнэ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20116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20116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21534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21534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58768" y="20756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asuult_haruulah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58768" y="22951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Асуулт, сонголтыг хэвлэнэ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91840" y="26974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26974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28392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28392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58768" y="27614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hariult_shalgah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58768" y="29809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Хариулт зөв эсэхийг шалгана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91840" y="33832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91840" y="33832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0" y="35250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35250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858768" y="34472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onoo_bodoh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58768" y="36667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Оноог нэмж, хасаж бодно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91840" y="40690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91840" y="4069080"/>
            <a:ext cx="64008" cy="566928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0" y="4210812"/>
            <a:ext cx="283464" cy="283464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42108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58768" y="41330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temdeglel_hadgalah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858768" y="43525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бүртгэлийг файлд бичнэ</a:t>
            </a:r>
            <a:endParaRPr lang="en-US" sz="950" dirty="0"/>
          </a:p>
        </p:txBody>
      </p:sp>
      <p:sp>
        <p:nvSpPr>
          <p:cNvPr id="64" name="Shape 32">
            <a:extLst>
              <a:ext uri="{FF2B5EF4-FFF2-40B4-BE49-F238E27FC236}">
                <a16:creationId xmlns:a16="http://schemas.microsoft.com/office/drawing/2014/main" id="{3AEECDC9-0EA2-8737-6AAE-0BF4B55B22CB}"/>
              </a:ext>
            </a:extLst>
          </p:cNvPr>
          <p:cNvSpPr/>
          <p:nvPr/>
        </p:nvSpPr>
        <p:spPr>
          <a:xfrm>
            <a:off x="6035040" y="13258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A8CE5410-7FFD-5C1D-CF2E-C327C7AFE35E}"/>
              </a:ext>
            </a:extLst>
          </p:cNvPr>
          <p:cNvSpPr/>
          <p:nvPr/>
        </p:nvSpPr>
        <p:spPr>
          <a:xfrm>
            <a:off x="6035040" y="132588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7D5B45AC-A9F5-ABD8-39D8-391626048709}"/>
              </a:ext>
            </a:extLst>
          </p:cNvPr>
          <p:cNvSpPr/>
          <p:nvPr/>
        </p:nvSpPr>
        <p:spPr>
          <a:xfrm>
            <a:off x="6217920" y="1467612"/>
            <a:ext cx="283464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F8EC2692-2872-A41A-BDD5-2A2357CF1981}"/>
              </a:ext>
            </a:extLst>
          </p:cNvPr>
          <p:cNvSpPr/>
          <p:nvPr/>
        </p:nvSpPr>
        <p:spPr>
          <a:xfrm>
            <a:off x="6217920" y="14676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>
              <a:solidFill>
                <a:srgbClr val="0B1220"/>
              </a:solidFill>
            </a:endParaRPr>
          </a:p>
        </p:txBody>
      </p:sp>
      <p:sp>
        <p:nvSpPr>
          <p:cNvPr id="68" name="Text 36">
            <a:extLst>
              <a:ext uri="{FF2B5EF4-FFF2-40B4-BE49-F238E27FC236}">
                <a16:creationId xmlns:a16="http://schemas.microsoft.com/office/drawing/2014/main" id="{F698E95A-E099-5ED1-537B-F04B839591A8}"/>
              </a:ext>
            </a:extLst>
          </p:cNvPr>
          <p:cNvSpPr/>
          <p:nvPr/>
        </p:nvSpPr>
        <p:spPr>
          <a:xfrm>
            <a:off x="6601968" y="13898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zov_too</a:t>
            </a:r>
            <a:endParaRPr lang="en-US" sz="1100" dirty="0"/>
          </a:p>
        </p:txBody>
      </p:sp>
      <p:sp>
        <p:nvSpPr>
          <p:cNvPr id="69" name="Text 37">
            <a:extLst>
              <a:ext uri="{FF2B5EF4-FFF2-40B4-BE49-F238E27FC236}">
                <a16:creationId xmlns:a16="http://schemas.microsoft.com/office/drawing/2014/main" id="{7E23830F-1788-2E89-4693-E294677C63A4}"/>
              </a:ext>
            </a:extLst>
          </p:cNvPr>
          <p:cNvSpPr/>
          <p:nvPr/>
        </p:nvSpPr>
        <p:spPr>
          <a:xfrm>
            <a:off x="6601968" y="16093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 хариултыг тоолно</a:t>
            </a:r>
            <a:endParaRPr lang="en-US" sz="950" dirty="0"/>
          </a:p>
        </p:txBody>
      </p:sp>
      <p:sp>
        <p:nvSpPr>
          <p:cNvPr id="70" name="Shape 38">
            <a:extLst>
              <a:ext uri="{FF2B5EF4-FFF2-40B4-BE49-F238E27FC236}">
                <a16:creationId xmlns:a16="http://schemas.microsoft.com/office/drawing/2014/main" id="{9716D19C-8154-1864-4765-FF00D66D427A}"/>
              </a:ext>
            </a:extLst>
          </p:cNvPr>
          <p:cNvSpPr/>
          <p:nvPr/>
        </p:nvSpPr>
        <p:spPr>
          <a:xfrm>
            <a:off x="6035040" y="20116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39">
            <a:extLst>
              <a:ext uri="{FF2B5EF4-FFF2-40B4-BE49-F238E27FC236}">
                <a16:creationId xmlns:a16="http://schemas.microsoft.com/office/drawing/2014/main" id="{39EBB0D3-6C49-50E4-AF71-2444466BCFAC}"/>
              </a:ext>
            </a:extLst>
          </p:cNvPr>
          <p:cNvSpPr/>
          <p:nvPr/>
        </p:nvSpPr>
        <p:spPr>
          <a:xfrm>
            <a:off x="6035040" y="201168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2" name="Shape 40">
            <a:extLst>
              <a:ext uri="{FF2B5EF4-FFF2-40B4-BE49-F238E27FC236}">
                <a16:creationId xmlns:a16="http://schemas.microsoft.com/office/drawing/2014/main" id="{DB7D285E-E0BD-B89D-AFAD-CE06DC016CCC}"/>
              </a:ext>
            </a:extLst>
          </p:cNvPr>
          <p:cNvSpPr/>
          <p:nvPr/>
        </p:nvSpPr>
        <p:spPr>
          <a:xfrm>
            <a:off x="6217920" y="2153412"/>
            <a:ext cx="283464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8D61552E-07DF-5A73-47B1-557FE00DDCB4}"/>
              </a:ext>
            </a:extLst>
          </p:cNvPr>
          <p:cNvSpPr/>
          <p:nvPr/>
        </p:nvSpPr>
        <p:spPr>
          <a:xfrm>
            <a:off x="6217920" y="21534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>
              <a:solidFill>
                <a:srgbClr val="0B1220"/>
              </a:solidFill>
            </a:endParaRPr>
          </a:p>
        </p:txBody>
      </p:sp>
      <p:sp>
        <p:nvSpPr>
          <p:cNvPr id="74" name="Text 42">
            <a:extLst>
              <a:ext uri="{FF2B5EF4-FFF2-40B4-BE49-F238E27FC236}">
                <a16:creationId xmlns:a16="http://schemas.microsoft.com/office/drawing/2014/main" id="{3ABB9318-1B1D-396B-A161-9A8CC7C6814C}"/>
              </a:ext>
            </a:extLst>
          </p:cNvPr>
          <p:cNvSpPr/>
          <p:nvPr/>
        </p:nvSpPr>
        <p:spPr>
          <a:xfrm>
            <a:off x="6601968" y="20756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ner_burtgeltei</a:t>
            </a:r>
            <a:endParaRPr lang="en-US" sz="1100" dirty="0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5D6574AD-02DB-82A1-BA31-AC2C520BCF8A}"/>
              </a:ext>
            </a:extLst>
          </p:cNvPr>
          <p:cNvSpPr/>
          <p:nvPr/>
        </p:nvSpPr>
        <p:spPr>
          <a:xfrm>
            <a:off x="6601968" y="22951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 давхардсан эсэх</a:t>
            </a:r>
            <a:endParaRPr lang="en-US" sz="950" dirty="0"/>
          </a:p>
        </p:txBody>
      </p:sp>
      <p:sp>
        <p:nvSpPr>
          <p:cNvPr id="76" name="Shape 44">
            <a:extLst>
              <a:ext uri="{FF2B5EF4-FFF2-40B4-BE49-F238E27FC236}">
                <a16:creationId xmlns:a16="http://schemas.microsoft.com/office/drawing/2014/main" id="{5419A7CF-AD56-547D-ACEB-A90C012D50E1}"/>
              </a:ext>
            </a:extLst>
          </p:cNvPr>
          <p:cNvSpPr/>
          <p:nvPr/>
        </p:nvSpPr>
        <p:spPr>
          <a:xfrm>
            <a:off x="6035040" y="26974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45">
            <a:extLst>
              <a:ext uri="{FF2B5EF4-FFF2-40B4-BE49-F238E27FC236}">
                <a16:creationId xmlns:a16="http://schemas.microsoft.com/office/drawing/2014/main" id="{98E9B347-5A6E-5299-598D-456ADBB06DAF}"/>
              </a:ext>
            </a:extLst>
          </p:cNvPr>
          <p:cNvSpPr/>
          <p:nvPr/>
        </p:nvSpPr>
        <p:spPr>
          <a:xfrm>
            <a:off x="6035040" y="269748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0B50743C-3DD0-178C-A5CF-FEA2E2039FC4}"/>
              </a:ext>
            </a:extLst>
          </p:cNvPr>
          <p:cNvSpPr/>
          <p:nvPr/>
        </p:nvSpPr>
        <p:spPr>
          <a:xfrm>
            <a:off x="6217920" y="2839212"/>
            <a:ext cx="283464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7B051275-D03B-D330-7A56-E88E2D19D964}"/>
              </a:ext>
            </a:extLst>
          </p:cNvPr>
          <p:cNvSpPr/>
          <p:nvPr/>
        </p:nvSpPr>
        <p:spPr>
          <a:xfrm>
            <a:off x="6217920" y="28392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>
              <a:solidFill>
                <a:srgbClr val="0B1220"/>
              </a:solidFill>
            </a:endParaRPr>
          </a:p>
        </p:txBody>
      </p:sp>
      <p:sp>
        <p:nvSpPr>
          <p:cNvPr id="80" name="Text 48">
            <a:extLst>
              <a:ext uri="{FF2B5EF4-FFF2-40B4-BE49-F238E27FC236}">
                <a16:creationId xmlns:a16="http://schemas.microsoft.com/office/drawing/2014/main" id="{7AED1739-8E5F-3AA8-CBD1-7EF458700938}"/>
              </a:ext>
            </a:extLst>
          </p:cNvPr>
          <p:cNvSpPr/>
          <p:nvPr/>
        </p:nvSpPr>
        <p:spPr>
          <a:xfrm>
            <a:off x="6601968" y="27614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eremblel</a:t>
            </a:r>
            <a:endParaRPr lang="en-US" sz="1100" dirty="0"/>
          </a:p>
        </p:txBody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569E5BE3-36D2-CF41-C1F2-028D6B42600B}"/>
              </a:ext>
            </a:extLst>
          </p:cNvPr>
          <p:cNvSpPr/>
          <p:nvPr/>
        </p:nvSpPr>
        <p:spPr>
          <a:xfrm>
            <a:off x="6601968" y="29809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Оноогоор эрэмбэлнэ</a:t>
            </a:r>
            <a:endParaRPr lang="en-US" sz="950" dirty="0"/>
          </a:p>
        </p:txBody>
      </p:sp>
      <p:sp>
        <p:nvSpPr>
          <p:cNvPr id="82" name="Shape 50">
            <a:extLst>
              <a:ext uri="{FF2B5EF4-FFF2-40B4-BE49-F238E27FC236}">
                <a16:creationId xmlns:a16="http://schemas.microsoft.com/office/drawing/2014/main" id="{A8E6475E-EA20-B186-6A57-06F835AF4C2C}"/>
              </a:ext>
            </a:extLst>
          </p:cNvPr>
          <p:cNvSpPr/>
          <p:nvPr/>
        </p:nvSpPr>
        <p:spPr>
          <a:xfrm>
            <a:off x="6035040" y="33832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51">
            <a:extLst>
              <a:ext uri="{FF2B5EF4-FFF2-40B4-BE49-F238E27FC236}">
                <a16:creationId xmlns:a16="http://schemas.microsoft.com/office/drawing/2014/main" id="{03C82F93-6919-4D2A-C5DA-F3D17F02E318}"/>
              </a:ext>
            </a:extLst>
          </p:cNvPr>
          <p:cNvSpPr/>
          <p:nvPr/>
        </p:nvSpPr>
        <p:spPr>
          <a:xfrm>
            <a:off x="6035040" y="338328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84" name="Shape 52">
            <a:extLst>
              <a:ext uri="{FF2B5EF4-FFF2-40B4-BE49-F238E27FC236}">
                <a16:creationId xmlns:a16="http://schemas.microsoft.com/office/drawing/2014/main" id="{32DE432F-F4BE-5154-CE2D-96E4016579F2}"/>
              </a:ext>
            </a:extLst>
          </p:cNvPr>
          <p:cNvSpPr/>
          <p:nvPr/>
        </p:nvSpPr>
        <p:spPr>
          <a:xfrm>
            <a:off x="6217920" y="3525012"/>
            <a:ext cx="283464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61B1238F-6CBB-6127-F7AD-7785FAB30FAC}"/>
              </a:ext>
            </a:extLst>
          </p:cNvPr>
          <p:cNvSpPr/>
          <p:nvPr/>
        </p:nvSpPr>
        <p:spPr>
          <a:xfrm>
            <a:off x="6217920" y="35250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>
              <a:solidFill>
                <a:srgbClr val="0B1220"/>
              </a:solidFill>
            </a:endParaRPr>
          </a:p>
        </p:txBody>
      </p:sp>
      <p:sp>
        <p:nvSpPr>
          <p:cNvPr id="86" name="Text 54">
            <a:extLst>
              <a:ext uri="{FF2B5EF4-FFF2-40B4-BE49-F238E27FC236}">
                <a16:creationId xmlns:a16="http://schemas.microsoft.com/office/drawing/2014/main" id="{E3E88829-C2A5-C1D0-7E00-BDCCC54CAC80}"/>
              </a:ext>
            </a:extLst>
          </p:cNvPr>
          <p:cNvSpPr/>
          <p:nvPr/>
        </p:nvSpPr>
        <p:spPr>
          <a:xfrm>
            <a:off x="6601968" y="34472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dun_haruulah</a:t>
            </a:r>
            <a:endParaRPr lang="en-US" sz="1100" dirty="0"/>
          </a:p>
        </p:txBody>
      </p:sp>
      <p:sp>
        <p:nvSpPr>
          <p:cNvPr id="87" name="Text 55">
            <a:extLst>
              <a:ext uri="{FF2B5EF4-FFF2-40B4-BE49-F238E27FC236}">
                <a16:creationId xmlns:a16="http://schemas.microsoft.com/office/drawing/2014/main" id="{AF55ADC7-18A3-5ADE-D968-E709B1062FBC}"/>
              </a:ext>
            </a:extLst>
          </p:cNvPr>
          <p:cNvSpPr/>
          <p:nvPr/>
        </p:nvSpPr>
        <p:spPr>
          <a:xfrm>
            <a:off x="6601968" y="36667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Дүнгийн хүснэгт, ялагч</a:t>
            </a:r>
            <a:endParaRPr lang="en-US" sz="950" dirty="0"/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789D0F22-E3C7-726B-DFE4-C494D80BA3FB}"/>
              </a:ext>
            </a:extLst>
          </p:cNvPr>
          <p:cNvSpPr/>
          <p:nvPr/>
        </p:nvSpPr>
        <p:spPr>
          <a:xfrm>
            <a:off x="6035040" y="406908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9" name="Shape 57">
            <a:extLst>
              <a:ext uri="{FF2B5EF4-FFF2-40B4-BE49-F238E27FC236}">
                <a16:creationId xmlns:a16="http://schemas.microsoft.com/office/drawing/2014/main" id="{8F2C6C96-189E-17CB-C411-2274643233A7}"/>
              </a:ext>
            </a:extLst>
          </p:cNvPr>
          <p:cNvSpPr/>
          <p:nvPr/>
        </p:nvSpPr>
        <p:spPr>
          <a:xfrm>
            <a:off x="6035040" y="4069080"/>
            <a:ext cx="64008" cy="56692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0" name="Shape 58">
            <a:extLst>
              <a:ext uri="{FF2B5EF4-FFF2-40B4-BE49-F238E27FC236}">
                <a16:creationId xmlns:a16="http://schemas.microsoft.com/office/drawing/2014/main" id="{F3A2B024-A121-038A-3F58-4A56C5A19E5C}"/>
              </a:ext>
            </a:extLst>
          </p:cNvPr>
          <p:cNvSpPr/>
          <p:nvPr/>
        </p:nvSpPr>
        <p:spPr>
          <a:xfrm>
            <a:off x="6217920" y="4210812"/>
            <a:ext cx="283464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E0218621-D7AE-EB50-9182-BE8015FD4182}"/>
              </a:ext>
            </a:extLst>
          </p:cNvPr>
          <p:cNvSpPr/>
          <p:nvPr/>
        </p:nvSpPr>
        <p:spPr>
          <a:xfrm>
            <a:off x="6217920" y="42108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>
              <a:solidFill>
                <a:srgbClr val="0B1220"/>
              </a:solidFill>
            </a:endParaRPr>
          </a:p>
        </p:txBody>
      </p:sp>
      <p:sp>
        <p:nvSpPr>
          <p:cNvPr id="92" name="Text 60">
            <a:extLst>
              <a:ext uri="{FF2B5EF4-FFF2-40B4-BE49-F238E27FC236}">
                <a16:creationId xmlns:a16="http://schemas.microsoft.com/office/drawing/2014/main" id="{49880794-B20D-C307-5EAB-1F552C79A015}"/>
              </a:ext>
            </a:extLst>
          </p:cNvPr>
          <p:cNvSpPr/>
          <p:nvPr/>
        </p:nvSpPr>
        <p:spPr>
          <a:xfrm>
            <a:off x="6601968" y="4133088"/>
            <a:ext cx="1892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toglogchid_hadgalah</a:t>
            </a:r>
            <a:endParaRPr lang="en-US" sz="1100" dirty="0"/>
          </a:p>
        </p:txBody>
      </p:sp>
      <p:sp>
        <p:nvSpPr>
          <p:cNvPr id="93" name="Text 61">
            <a:extLst>
              <a:ext uri="{FF2B5EF4-FFF2-40B4-BE49-F238E27FC236}">
                <a16:creationId xmlns:a16="http://schemas.microsoft.com/office/drawing/2014/main" id="{62F87993-140C-D194-B51D-BAF339900674}"/>
              </a:ext>
            </a:extLst>
          </p:cNvPr>
          <p:cNvSpPr/>
          <p:nvPr/>
        </p:nvSpPr>
        <p:spPr>
          <a:xfrm>
            <a:off x="6601968" y="4352544"/>
            <a:ext cx="1892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тоглогчийг файлд бичнэ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Оноо бодох ба тэмдэглэл хадгалах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 бүрийн түүх өөрийн бүртгэлд хуримтлагдаж, төгсгөлд бүгд нэг файлд хадгалагдана.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285750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Бүртгэлийн нэг бичлэг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3520440" cy="475488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385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{"sedev": …, "une": 100,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"zov": True}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347472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zov = True  →  оноо + үнэ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zov = False →  оноо − үнэ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mn-MN" sz="110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 нэг асуултыг нэг л удаа авна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Тоглогдсон нүд самбар дээр </a:t>
            </a:r>
            <a:r>
              <a:rPr lang="en-US" sz="110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 болно</a:t>
            </a:r>
            <a:endParaRPr lang="mn-MN" sz="1100">
              <a:solidFill>
                <a:srgbClr val="0B12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mn-MN" sz="110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 бүр шинэ самбараас эхэлнэ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64008" cy="285750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temdeglel.txt — тоглолтын дараа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938528"/>
            <a:ext cx="3520440" cy="162560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938528"/>
            <a:ext cx="329184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TOGLOGCH,</a:t>
            </a:r>
            <a:r>
              <a:rPr lang="mn-MN" sz="900" b="1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Бат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PYTHON </a:t>
            </a:r>
            <a:r>
              <a:rPr lang="mn-MN" sz="90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ҮНДЭС,100,+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mn-MN" sz="900">
                <a:solidFill>
                  <a:srgbClr val="E2E8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МАШИН СУРГАЛТ,300,-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mn-MN" sz="900">
                <a:solidFill>
                  <a:srgbClr val="94A3B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…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FFD43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NIIT,900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TOGLOGCH,</a:t>
            </a:r>
            <a:r>
              <a:rPr lang="mn-MN" sz="900" b="1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Дорж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mn-MN" sz="900">
                <a:solidFill>
                  <a:srgbClr val="94A3B8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…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FFD43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NIIT,500</a:t>
            </a:r>
            <a:endParaRPr lang="en-US" sz="900" dirty="0">
              <a:solidFill>
                <a:srgbClr val="FFD43B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3683000"/>
            <a:ext cx="3474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TOGLOGCH </a:t>
            </a:r>
            <a:r>
              <a:rPr lang="mn-MN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мөр шинэ тоглогчийг эхлүүлнэ. Мөр бүр: сэдэв, үнэ, + эсвэл −.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NIIT — </a:t>
            </a:r>
            <a:r>
              <a:rPr lang="mn-MN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тоглогчийн нийт оноо.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Хэлийг нэг dictionary-гаар солино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Тоглогчийн харах бүх текст TEKST дотор байрлана — кодын нэг ч мөрийг хөдөлгөхгүйгээр хэлийг сольж болно.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92040" cy="214884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21488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45079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TEKST = {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"garchig":     "===== 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ОЮУНЫ ТОГЛООМ  =====",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"ner_oruulah": "</a:t>
            </a:r>
            <a:r>
              <a:rPr lang="mn-MN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Тоглогчийн нэр: 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"zov":         "ЗӨВ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Нэмэгдэх оноо:",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"buruu":       "Буруу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Хасагдах оноо:",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sv-SE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 = input(TEKST["ner_oruulah"])</a:t>
            </a:r>
            <a:r>
              <a:rPr lang="en-US" sz="9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кодод текст бичихгүй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23560" y="1417320"/>
            <a:ext cx="2971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417320"/>
            <a:ext cx="64008" cy="214884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Яагаад чухал вэ?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7880" y="1938528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нэг газар цугларна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Орос → монгол болгоход зөвхөн энэ хэсгийг сольсон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нь «түлхүүр — утга» лавлах гэдгийн жишээ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нь хичээлийн сэдвийн шууд хэрэглээ: жагсаалт өгөгдлийг эмхэлнэ, dictionary утгыг түлхүүрээр нь олно.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Хэрхэн шалгах вэ?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shalgalt.py 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 </a:t>
            </a:r>
            <a:r>
              <a:rPr lang="mn-MN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үндсэн функц бүрийг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бэлэн жишээ өгөгдөл дээр автоматаар шалгана.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92040" cy="123444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12344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4507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cd Svoya_Igra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 shalgalt.py     # функцүүдийг шалгана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 togloom.py      # тоглоом эхэлнэ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417320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417320"/>
            <a:ext cx="64008" cy="123444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48132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8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52160" y="21214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шалгалт бүгд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solidFill>
            <a:srgbClr val="12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4640"/>
            <a:ext cx="64008" cy="173736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34640"/>
            <a:ext cx="7662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--- 1. asuult_unshih ---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  асуултууд уншигдсан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  сонголт дөрөв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--- 9. onoo_bodoh ---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  нэмэх ба хасах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--- 10. temdeglel_hadgalah ---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  файлын нэрийг буцаасан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ДҮН: 26 / 26    Бүгд зөв. Ажиллуул:  python togloom.py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Дүгнэлт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2286000"/>
          </a:xfrm>
          <a:prstGeom prst="rect">
            <a:avLst/>
          </a:prstGeom>
          <a:solidFill>
            <a:srgbClr val="121B2E"/>
          </a:solidFill>
          <a:ln w="12700">
            <a:solidFill>
              <a:srgbClr val="233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64008" cy="228600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Юу сурсан бэ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901952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Жагсаалт ба dictionary-г хослуулж хоёр шатлалт өгөгдөл зохион байгуулах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уншиж, бичиж, форматыг нь өөрөө тодорхойлох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try/except-гүйгээр .isdigit()-ээр </a:t>
            </a: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оруулгыг шалгах</a:t>
            </a:r>
            <a:endParaRPr lang="mn-MN" sz="110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mn-MN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Олон тоглогчийн оноог бодож, эрэмбэлж, ялагчийг тодруулах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0" cy="2286000"/>
          </a:xfrm>
          <a:prstGeom prst="rect">
            <a:avLst/>
          </a:prstGeom>
          <a:solidFill>
            <a:srgbClr val="121B2E"/>
          </a:solidFill>
          <a:ln w="12700">
            <a:solidFill>
              <a:srgbClr val="233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71600"/>
            <a:ext cx="64008" cy="22860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Цаашид нэмэх боломж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56048" y="1901952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«Уутанд муур» — хоёр дахин их оноотой асуулт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Финалын тойрог ба бооцоо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mn-MN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самбар дээр асуулт бүрээр ээлжлэх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amjilt.txt — амжилтын жагсаалт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togloom.py  ·  asuultuud.txt  ·  shalgalt.py  ·  temdeglel.txt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1078</Words>
  <Application>Microsoft Office PowerPoint</Application>
  <PresentationFormat>On-screen Show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Оюуны тоглоом - AI ба Python</dc:title>
  <dc:subject>PptxGenJS Presentation</dc:subject>
  <dc:creator>Svoya Igra</dc:creator>
  <cp:lastModifiedBy>Batjargal Tsetseglen</cp:lastModifiedBy>
  <cp:revision>3</cp:revision>
  <dcterms:created xsi:type="dcterms:W3CDTF">2026-09-16T10:07:25Z</dcterms:created>
  <dcterms:modified xsi:type="dcterms:W3CDTF">2026-09-17T06:32:40Z</dcterms:modified>
</cp:coreProperties>
</file>